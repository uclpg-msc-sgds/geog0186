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6"/>
  </p:notesMasterIdLst>
  <p:sldIdLst>
    <p:sldId id="420" r:id="rId3"/>
    <p:sldId id="421" r:id="rId4"/>
    <p:sldId id="42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446" userDrawn="1">
          <p15:clr>
            <a:srgbClr val="A4A3A4"/>
          </p15:clr>
        </p15:guide>
        <p15:guide id="3" orient="horz" pos="1230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E6"/>
    <a:srgbClr val="FF9500"/>
    <a:srgbClr val="00B0F0"/>
    <a:srgbClr val="009193"/>
    <a:srgbClr val="000000"/>
    <a:srgbClr val="D6D6D6"/>
    <a:srgbClr val="385723"/>
    <a:srgbClr val="92D050"/>
    <a:srgbClr val="F6E316"/>
    <a:srgbClr val="FF3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89549"/>
  </p:normalViewPr>
  <p:slideViewPr>
    <p:cSldViewPr snapToGrid="0" snapToObjects="1">
      <p:cViewPr varScale="1">
        <p:scale>
          <a:sx n="132" d="100"/>
          <a:sy n="132" d="100"/>
        </p:scale>
        <p:origin x="328" y="152"/>
      </p:cViewPr>
      <p:guideLst>
        <p:guide pos="438"/>
        <p:guide pos="7446"/>
        <p:guide orient="horz" pos="1230"/>
        <p:guide orient="horz" pos="754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9E245-271D-FD48-BFBB-D05CACE4EE1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2181B-723A-0945-8D8D-6A6BB0D8F5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8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9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F068-0965-8ED1-C496-4F722349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92CC0-3DAF-CA80-88E7-E93F45A13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DEE76-7508-6F49-9A34-F2FC24050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F1019-9B6D-C730-47D7-3CFC38109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5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8BB-8ED8-34D8-3CC1-9F2572420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39B6D-74D7-7B09-E869-6A05AC954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29442-1F9E-5471-6565-00850B58C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7D9F0-0500-3AAF-E7CE-441DD83F1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2181B-723A-0945-8D8D-6A6BB0D8F5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56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761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17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2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5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37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9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52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3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3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BB000D9-F882-5444-9F67-E68F2BDFFFE1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6546FE1-E9C1-874D-9DC1-7F2475AD2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8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050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0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9376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71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157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45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1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54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00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661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580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49376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7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21145F5-A5E9-5F43-82CD-3B9BA6E3131E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B4DC97-2DCE-6D4A-9FFB-7204BAC0F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5948" y="6373870"/>
            <a:ext cx="540000" cy="144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0B868178-02AE-42FC-958D-6B8F13B60175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43876" y="6366670"/>
            <a:ext cx="1137207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 userDrawn="1"/>
        </p:nvSpPr>
        <p:spPr>
          <a:xfrm>
            <a:off x="1271508" y="6382660"/>
            <a:ext cx="65527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 dirty="0"/>
              <a:t>Anwar Musah</a:t>
            </a:r>
          </a:p>
          <a:p>
            <a:r>
              <a:rPr lang="en-GB" sz="1000" baseline="0" dirty="0"/>
              <a:t>Department of Geography | University College London</a:t>
            </a:r>
            <a:endParaRPr lang="en-GB" sz="100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07412" y="6382660"/>
            <a:ext cx="8098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26/09/2022</a:t>
            </a:r>
            <a:endParaRPr lang="en-GB" sz="1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BDAA3BF-490B-F04A-A2CB-E621585C9A06}"/>
              </a:ext>
            </a:extLst>
          </p:cNvPr>
          <p:cNvGrpSpPr/>
          <p:nvPr userDrawn="1"/>
        </p:nvGrpSpPr>
        <p:grpSpPr>
          <a:xfrm>
            <a:off x="0" y="-2117"/>
            <a:ext cx="12192000" cy="988484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B61271D3-7DDF-6F43-BB50-A40EB80AA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40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434D1C0-E761-1A47-8DBA-F01E27D73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F6B7FAD-114F-BE45-98FE-B3374CB38F71}"/>
              </a:ext>
            </a:extLst>
          </p:cNvPr>
          <p:cNvSpPr txBox="1">
            <a:spLocks/>
          </p:cNvSpPr>
          <p:nvPr userDrawn="1"/>
        </p:nvSpPr>
        <p:spPr>
          <a:xfrm>
            <a:off x="288000" y="288000"/>
            <a:ext cx="7318611" cy="390725"/>
          </a:xfr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/>
              <a:buNone/>
              <a:defRPr sz="1467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of Geography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57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9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67A4CB3-F0C9-5F4A-8B2A-F66E99725E17}"/>
              </a:ext>
            </a:extLst>
          </p:cNvPr>
          <p:cNvSpPr/>
          <p:nvPr/>
        </p:nvSpPr>
        <p:spPr>
          <a:xfrm>
            <a:off x="290969" y="1155542"/>
            <a:ext cx="871879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GEOG0186: </a:t>
            </a:r>
            <a:r>
              <a:rPr lang="en-GB" sz="24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Foundations of Geography I</a:t>
            </a:r>
            <a:br>
              <a:rPr lang="en-GB" sz="2000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</a:br>
            <a:endParaRPr lang="en-GB" sz="3200" b="1" cap="all" dirty="0"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sz="32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Quantitative Skills</a:t>
            </a:r>
          </a:p>
          <a:p>
            <a:endParaRPr lang="en-GB" sz="3200" b="1" cap="all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altLang="en-US" sz="28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Computer Practicals</a:t>
            </a:r>
          </a:p>
          <a:p>
            <a:endParaRPr lang="en-GB" altLang="en-US" sz="2800" b="1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GB" altLang="en-US" sz="28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Registration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C729C-1B10-9942-8A36-0EC6012A06D7}"/>
              </a:ext>
            </a:extLst>
          </p:cNvPr>
          <p:cNvSpPr txBox="1">
            <a:spLocks/>
          </p:cNvSpPr>
          <p:nvPr/>
        </p:nvSpPr>
        <p:spPr>
          <a:xfrm>
            <a:off x="11652000" y="6439971"/>
            <a:ext cx="540000" cy="14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21D7B2-F6DF-4749-BE48-6DFE0A2356E7}" type="slidenum">
              <a:rPr lang="en-US" altLang="x-none" smtClean="0"/>
              <a:pPr/>
              <a:t>1</a:t>
            </a:fld>
            <a:endParaRPr lang="en-US" alt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F389B-F6B0-A94C-97E9-5A3AD8DBB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79F50F-1FA4-97EC-169F-1F8CC0E46FAC}"/>
              </a:ext>
            </a:extLst>
          </p:cNvPr>
          <p:cNvSpPr txBox="1"/>
          <p:nvPr/>
        </p:nvSpPr>
        <p:spPr>
          <a:xfrm>
            <a:off x="8277727" y="2111393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A</a:t>
            </a:r>
          </a:p>
        </p:txBody>
      </p:sp>
      <p:pic>
        <p:nvPicPr>
          <p:cNvPr id="7" name="Picture 6" descr="A qr code and a box&#10;&#10;AI-generated content may be incorrect.">
            <a:extLst>
              <a:ext uri="{FF2B5EF4-FFF2-40B4-BE49-F238E27FC236}">
                <a16:creationId xmlns:a16="http://schemas.microsoft.com/office/drawing/2014/main" id="{1E09937E-AF0C-6484-9D7D-00F842977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521" y="2666198"/>
            <a:ext cx="7196761" cy="368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04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28DC43-7938-30AB-A759-31C7C3A0E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CD24822-0791-9EE2-989E-8C23D02CAE3A}"/>
              </a:ext>
            </a:extLst>
          </p:cNvPr>
          <p:cNvSpPr/>
          <p:nvPr/>
        </p:nvSpPr>
        <p:spPr>
          <a:xfrm>
            <a:off x="262094" y="1273584"/>
            <a:ext cx="871879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GEOG0186: </a:t>
            </a:r>
            <a:r>
              <a:rPr lang="en-GB" sz="24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Foundations of Geography I</a:t>
            </a:r>
            <a:br>
              <a:rPr lang="en-GB" sz="2000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</a:br>
            <a:endParaRPr lang="en-GB" sz="3200" b="1" cap="all" dirty="0"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sz="32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Quantitative Skills</a:t>
            </a:r>
          </a:p>
          <a:p>
            <a:endParaRPr lang="en-GB" sz="3200" b="1" cap="all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altLang="en-US" sz="28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Computer Practicals</a:t>
            </a:r>
          </a:p>
          <a:p>
            <a:endParaRPr lang="en-GB" altLang="en-US" sz="2800" b="1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GB" altLang="en-US" sz="28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Registration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189D5-901F-363A-C9A0-4E07400A0B6A}"/>
              </a:ext>
            </a:extLst>
          </p:cNvPr>
          <p:cNvSpPr txBox="1">
            <a:spLocks/>
          </p:cNvSpPr>
          <p:nvPr/>
        </p:nvSpPr>
        <p:spPr>
          <a:xfrm>
            <a:off x="11652000" y="6439971"/>
            <a:ext cx="540000" cy="14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21D7B2-F6DF-4749-BE48-6DFE0A2356E7}" type="slidenum">
              <a:rPr lang="en-US" altLang="x-none" smtClean="0"/>
              <a:pPr/>
              <a:t>2</a:t>
            </a:fld>
            <a:endParaRPr lang="en-US" alt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1D1637-0123-502E-2681-F5424EE7C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D018F9-3D94-301D-E9FC-3A0214301106}"/>
              </a:ext>
            </a:extLst>
          </p:cNvPr>
          <p:cNvSpPr txBox="1"/>
          <p:nvPr/>
        </p:nvSpPr>
        <p:spPr>
          <a:xfrm>
            <a:off x="8353954" y="2065789"/>
            <a:ext cx="1253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B</a:t>
            </a:r>
          </a:p>
        </p:txBody>
      </p:sp>
      <p:pic>
        <p:nvPicPr>
          <p:cNvPr id="6" name="Picture 5" descr="A qr code with a box and a box&#10;&#10;AI-generated content may be incorrect.">
            <a:extLst>
              <a:ext uri="{FF2B5EF4-FFF2-40B4-BE49-F238E27FC236}">
                <a16:creationId xmlns:a16="http://schemas.microsoft.com/office/drawing/2014/main" id="{B3909F08-0F78-2886-969D-DDF7B661E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894" y="2716759"/>
            <a:ext cx="7218119" cy="330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76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C56C3D-52DA-A3CF-3D5A-AD667245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301E15-08CA-878C-B3AB-0810592DAE26}"/>
              </a:ext>
            </a:extLst>
          </p:cNvPr>
          <p:cNvSpPr/>
          <p:nvPr/>
        </p:nvSpPr>
        <p:spPr>
          <a:xfrm>
            <a:off x="262094" y="1273584"/>
            <a:ext cx="871879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GEOG0186: </a:t>
            </a:r>
            <a:r>
              <a:rPr lang="en-GB" sz="2400" b="1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Foundations of Geography I</a:t>
            </a:r>
            <a:br>
              <a:rPr lang="en-GB" sz="2000" cap="all" dirty="0"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</a:br>
            <a:endParaRPr lang="en-GB" sz="3200" b="1" cap="all" dirty="0"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sz="32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Calibri Light" charset="0"/>
              </a:rPr>
              <a:t>Quantitative Skills</a:t>
            </a:r>
          </a:p>
          <a:p>
            <a:endParaRPr lang="en-GB" sz="3200" b="1" cap="all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Calibri Light" charset="0"/>
            </a:endParaRPr>
          </a:p>
          <a:p>
            <a:r>
              <a:rPr lang="en-GB" altLang="en-US" sz="28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Computer Practicals</a:t>
            </a:r>
          </a:p>
          <a:p>
            <a:endParaRPr lang="en-GB" altLang="en-US" sz="2800" b="1" dirty="0">
              <a:solidFill>
                <a:prstClr val="black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" panose="02000503000000020004" pitchFamily="2" charset="0"/>
            </a:endParaRPr>
          </a:p>
          <a:p>
            <a:r>
              <a:rPr lang="en-GB" altLang="en-US" sz="2800" b="1" dirty="0">
                <a:solidFill>
                  <a:prstClr val="black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Registration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0759D-1DF3-3423-4CED-C62B4466E135}"/>
              </a:ext>
            </a:extLst>
          </p:cNvPr>
          <p:cNvSpPr txBox="1">
            <a:spLocks/>
          </p:cNvSpPr>
          <p:nvPr/>
        </p:nvSpPr>
        <p:spPr>
          <a:xfrm>
            <a:off x="11652000" y="6439971"/>
            <a:ext cx="540000" cy="144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21D7B2-F6DF-4749-BE48-6DFE0A2356E7}" type="slidenum">
              <a:rPr lang="en-US" altLang="x-none" smtClean="0"/>
              <a:pPr/>
              <a:t>3</a:t>
            </a:fld>
            <a:endParaRPr lang="en-US" altLang="x-non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FA98F8-81F2-8984-F00C-F4E68FB93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700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0D2B1-C206-C7DF-C15A-3F26E3D4512E}"/>
              </a:ext>
            </a:extLst>
          </p:cNvPr>
          <p:cNvSpPr txBox="1"/>
          <p:nvPr/>
        </p:nvSpPr>
        <p:spPr>
          <a:xfrm>
            <a:off x="8423216" y="2108842"/>
            <a:ext cx="15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GROUP C/D</a:t>
            </a:r>
          </a:p>
        </p:txBody>
      </p:sp>
      <p:pic>
        <p:nvPicPr>
          <p:cNvPr id="6" name="Picture 5" descr="A qr code with a box and a box&#10;&#10;AI-generated content may be incorrect.">
            <a:extLst>
              <a:ext uri="{FF2B5EF4-FFF2-40B4-BE49-F238E27FC236}">
                <a16:creationId xmlns:a16="http://schemas.microsoft.com/office/drawing/2014/main" id="{7C54128F-5B85-9FDC-C052-3683FF72C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433" y="2889411"/>
            <a:ext cx="6997567" cy="313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75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27546</TotalTime>
  <Words>50</Words>
  <Application>Microsoft Macintosh PowerPoint</Application>
  <PresentationFormat>Widescreen</PresentationFormat>
  <Paragraphs>27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Helvetica Neue</vt:lpstr>
      <vt:lpstr>Helvetica Neue Light</vt:lpstr>
      <vt:lpstr>Office Theme</vt:lpstr>
      <vt:lpstr>Custom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Law</dc:creator>
  <cp:lastModifiedBy>Musah, Anwar</cp:lastModifiedBy>
  <cp:revision>300</cp:revision>
  <dcterms:created xsi:type="dcterms:W3CDTF">2020-11-19T14:47:11Z</dcterms:created>
  <dcterms:modified xsi:type="dcterms:W3CDTF">2025-11-12T07:34:56Z</dcterms:modified>
</cp:coreProperties>
</file>