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6"/>
  </p:notesMasterIdLst>
  <p:sldIdLst>
    <p:sldId id="420" r:id="rId3"/>
    <p:sldId id="421" r:id="rId4"/>
    <p:sldId id="42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38" userDrawn="1">
          <p15:clr>
            <a:srgbClr val="A4A3A4"/>
          </p15:clr>
        </p15:guide>
        <p15:guide id="2" pos="7446" userDrawn="1">
          <p15:clr>
            <a:srgbClr val="A4A3A4"/>
          </p15:clr>
        </p15:guide>
        <p15:guide id="3" orient="horz" pos="1230" userDrawn="1">
          <p15:clr>
            <a:srgbClr val="A4A3A4"/>
          </p15:clr>
        </p15:guide>
        <p15:guide id="4" orient="horz" pos="754" userDrawn="1">
          <p15:clr>
            <a:srgbClr val="A4A3A4"/>
          </p15:clr>
        </p15:guide>
        <p15:guide id="5" orient="horz" pos="399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CE6"/>
    <a:srgbClr val="FF9500"/>
    <a:srgbClr val="00B0F0"/>
    <a:srgbClr val="009193"/>
    <a:srgbClr val="000000"/>
    <a:srgbClr val="D6D6D6"/>
    <a:srgbClr val="385723"/>
    <a:srgbClr val="92D050"/>
    <a:srgbClr val="F6E316"/>
    <a:srgbClr val="FF3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21"/>
    <p:restoredTop sz="89480"/>
  </p:normalViewPr>
  <p:slideViewPr>
    <p:cSldViewPr snapToGrid="0" snapToObjects="1">
      <p:cViewPr varScale="1">
        <p:scale>
          <a:sx n="129" d="100"/>
          <a:sy n="129" d="100"/>
        </p:scale>
        <p:origin x="1704" y="200"/>
      </p:cViewPr>
      <p:guideLst>
        <p:guide pos="438"/>
        <p:guide pos="7446"/>
        <p:guide orient="horz" pos="1230"/>
        <p:guide orient="horz" pos="754"/>
        <p:guide orient="horz" pos="399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89E245-271D-FD48-BFBB-D05CACE4EE1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62181B-723A-0945-8D8D-6A6BB0D8F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386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496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2F068-0965-8ED1-C496-4F7223498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092CC0-3DAF-CA80-88E7-E93F45A13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DEE76-7508-6F49-9A34-F2FC24050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1F1019-9B6D-C730-47D7-3CFC38109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5534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1C8BB-8ED8-34D8-3CC1-9F2572420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B39B6D-74D7-7B09-E869-6A05AC954E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29442-1F9E-5471-6565-00850B58C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A7D9F0-0500-3AAF-E7CE-441DD83F1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62181B-723A-0945-8D8D-6A6BB0D8F5A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26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556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7761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417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22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458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37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94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052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337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232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BB000D9-F882-5444-9F67-E68F2BDFFFE1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546FE1-E9C1-874D-9DC1-7F2475AD2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068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90507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004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49376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5713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1575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445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815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8549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003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3661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5805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49376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743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21145F5-A5E9-5F43-82CD-3B9BA6E3131E}" type="datetimeFigureOut">
              <a:rPr lang="en-US" smtClean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B4DC97-2DCE-6D4A-9FFB-7204BAC0FB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91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75948" y="6373870"/>
            <a:ext cx="540000" cy="144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0B868178-02AE-42FC-958D-6B8F13B60175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443876" y="6366670"/>
            <a:ext cx="1137207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 userDrawn="1"/>
        </p:nvSpPr>
        <p:spPr>
          <a:xfrm>
            <a:off x="1271508" y="6382660"/>
            <a:ext cx="655272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000" dirty="0"/>
              <a:t>Anwar Musah</a:t>
            </a:r>
          </a:p>
          <a:p>
            <a:r>
              <a:rPr lang="en-GB" sz="1000" baseline="0" dirty="0"/>
              <a:t>Department of Geography | University College London</a:t>
            </a:r>
            <a:endParaRPr lang="en-GB" sz="1000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407412" y="6382660"/>
            <a:ext cx="809837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/>
              <a:t>26/09/2022</a:t>
            </a:r>
            <a:endParaRPr lang="en-GB" sz="1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DAA3BF-490B-F04A-A2CB-E621585C9A06}"/>
              </a:ext>
            </a:extLst>
          </p:cNvPr>
          <p:cNvGrpSpPr/>
          <p:nvPr userDrawn="1"/>
        </p:nvGrpSpPr>
        <p:grpSpPr>
          <a:xfrm>
            <a:off x="0" y="-2117"/>
            <a:ext cx="12192000" cy="988484"/>
            <a:chOff x="0" y="-1588"/>
            <a:chExt cx="9144000" cy="741363"/>
          </a:xfrm>
          <a:solidFill>
            <a:srgbClr val="D6D2C4"/>
          </a:solidFill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B61271D3-7DDF-6F43-BB50-A40EB80AAFC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-1588"/>
              <a:ext cx="9144000" cy="741363"/>
            </a:xfrm>
            <a:custGeom>
              <a:avLst/>
              <a:gdLst>
                <a:gd name="T0" fmla="*/ 0 w 1123"/>
                <a:gd name="T1" fmla="*/ 0 h 90"/>
                <a:gd name="T2" fmla="*/ 0 w 1123"/>
                <a:gd name="T3" fmla="*/ 90 h 90"/>
                <a:gd name="T4" fmla="*/ 957 w 1123"/>
                <a:gd name="T5" fmla="*/ 90 h 90"/>
                <a:gd name="T6" fmla="*/ 955 w 1123"/>
                <a:gd name="T7" fmla="*/ 89 h 90"/>
                <a:gd name="T8" fmla="*/ 949 w 1123"/>
                <a:gd name="T9" fmla="*/ 73 h 90"/>
                <a:gd name="T10" fmla="*/ 949 w 1123"/>
                <a:gd name="T11" fmla="*/ 43 h 90"/>
                <a:gd name="T12" fmla="*/ 966 w 1123"/>
                <a:gd name="T13" fmla="*/ 43 h 90"/>
                <a:gd name="T14" fmla="*/ 966 w 1123"/>
                <a:gd name="T15" fmla="*/ 74 h 90"/>
                <a:gd name="T16" fmla="*/ 967 w 1123"/>
                <a:gd name="T17" fmla="*/ 80 h 90"/>
                <a:gd name="T18" fmla="*/ 973 w 1123"/>
                <a:gd name="T19" fmla="*/ 82 h 90"/>
                <a:gd name="T20" fmla="*/ 978 w 1123"/>
                <a:gd name="T21" fmla="*/ 80 h 90"/>
                <a:gd name="T22" fmla="*/ 980 w 1123"/>
                <a:gd name="T23" fmla="*/ 74 h 90"/>
                <a:gd name="T24" fmla="*/ 980 w 1123"/>
                <a:gd name="T25" fmla="*/ 43 h 90"/>
                <a:gd name="T26" fmla="*/ 996 w 1123"/>
                <a:gd name="T27" fmla="*/ 43 h 90"/>
                <a:gd name="T28" fmla="*/ 996 w 1123"/>
                <a:gd name="T29" fmla="*/ 70 h 90"/>
                <a:gd name="T30" fmla="*/ 990 w 1123"/>
                <a:gd name="T31" fmla="*/ 89 h 90"/>
                <a:gd name="T32" fmla="*/ 988 w 1123"/>
                <a:gd name="T33" fmla="*/ 90 h 90"/>
                <a:gd name="T34" fmla="*/ 1012 w 1123"/>
                <a:gd name="T35" fmla="*/ 90 h 90"/>
                <a:gd name="T36" fmla="*/ 1002 w 1123"/>
                <a:gd name="T37" fmla="*/ 68 h 90"/>
                <a:gd name="T38" fmla="*/ 1028 w 1123"/>
                <a:gd name="T39" fmla="*/ 41 h 90"/>
                <a:gd name="T40" fmla="*/ 1048 w 1123"/>
                <a:gd name="T41" fmla="*/ 49 h 90"/>
                <a:gd name="T42" fmla="*/ 1052 w 1123"/>
                <a:gd name="T43" fmla="*/ 55 h 90"/>
                <a:gd name="T44" fmla="*/ 1039 w 1123"/>
                <a:gd name="T45" fmla="*/ 62 h 90"/>
                <a:gd name="T46" fmla="*/ 1028 w 1123"/>
                <a:gd name="T47" fmla="*/ 53 h 90"/>
                <a:gd name="T48" fmla="*/ 1022 w 1123"/>
                <a:gd name="T49" fmla="*/ 56 h 90"/>
                <a:gd name="T50" fmla="*/ 1018 w 1123"/>
                <a:gd name="T51" fmla="*/ 67 h 90"/>
                <a:gd name="T52" fmla="*/ 1028 w 1123"/>
                <a:gd name="T53" fmla="*/ 82 h 90"/>
                <a:gd name="T54" fmla="*/ 1039 w 1123"/>
                <a:gd name="T55" fmla="*/ 74 h 90"/>
                <a:gd name="T56" fmla="*/ 1052 w 1123"/>
                <a:gd name="T57" fmla="*/ 80 h 90"/>
                <a:gd name="T58" fmla="*/ 1047 w 1123"/>
                <a:gd name="T59" fmla="*/ 87 h 90"/>
                <a:gd name="T60" fmla="*/ 1044 w 1123"/>
                <a:gd name="T61" fmla="*/ 90 h 90"/>
                <a:gd name="T62" fmla="*/ 1059 w 1123"/>
                <a:gd name="T63" fmla="*/ 90 h 90"/>
                <a:gd name="T64" fmla="*/ 1059 w 1123"/>
                <a:gd name="T65" fmla="*/ 43 h 90"/>
                <a:gd name="T66" fmla="*/ 1075 w 1123"/>
                <a:gd name="T67" fmla="*/ 43 h 90"/>
                <a:gd name="T68" fmla="*/ 1075 w 1123"/>
                <a:gd name="T69" fmla="*/ 80 h 90"/>
                <a:gd name="T70" fmla="*/ 1096 w 1123"/>
                <a:gd name="T71" fmla="*/ 80 h 90"/>
                <a:gd name="T72" fmla="*/ 1096 w 1123"/>
                <a:gd name="T73" fmla="*/ 90 h 90"/>
                <a:gd name="T74" fmla="*/ 1123 w 1123"/>
                <a:gd name="T75" fmla="*/ 90 h 90"/>
                <a:gd name="T76" fmla="*/ 1123 w 1123"/>
                <a:gd name="T77" fmla="*/ 0 h 90"/>
                <a:gd name="T78" fmla="*/ 0 w 1123"/>
                <a:gd name="T79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90">
                  <a:moveTo>
                    <a:pt x="0" y="0"/>
                  </a:moveTo>
                  <a:cubicBezTo>
                    <a:pt x="0" y="90"/>
                    <a:pt x="0" y="90"/>
                    <a:pt x="0" y="90"/>
                  </a:cubicBezTo>
                  <a:cubicBezTo>
                    <a:pt x="957" y="90"/>
                    <a:pt x="957" y="90"/>
                    <a:pt x="957" y="90"/>
                  </a:cubicBezTo>
                  <a:cubicBezTo>
                    <a:pt x="956" y="90"/>
                    <a:pt x="955" y="89"/>
                    <a:pt x="955" y="89"/>
                  </a:cubicBezTo>
                  <a:cubicBezTo>
                    <a:pt x="950" y="84"/>
                    <a:pt x="950" y="78"/>
                    <a:pt x="949" y="73"/>
                  </a:cubicBezTo>
                  <a:cubicBezTo>
                    <a:pt x="949" y="43"/>
                    <a:pt x="949" y="43"/>
                    <a:pt x="949" y="43"/>
                  </a:cubicBezTo>
                  <a:cubicBezTo>
                    <a:pt x="966" y="43"/>
                    <a:pt x="966" y="43"/>
                    <a:pt x="966" y="43"/>
                  </a:cubicBezTo>
                  <a:cubicBezTo>
                    <a:pt x="966" y="74"/>
                    <a:pt x="966" y="74"/>
                    <a:pt x="966" y="74"/>
                  </a:cubicBezTo>
                  <a:cubicBezTo>
                    <a:pt x="966" y="76"/>
                    <a:pt x="966" y="79"/>
                    <a:pt x="967" y="80"/>
                  </a:cubicBezTo>
                  <a:cubicBezTo>
                    <a:pt x="969" y="82"/>
                    <a:pt x="971" y="82"/>
                    <a:pt x="973" y="82"/>
                  </a:cubicBezTo>
                  <a:cubicBezTo>
                    <a:pt x="975" y="82"/>
                    <a:pt x="977" y="81"/>
                    <a:pt x="978" y="80"/>
                  </a:cubicBezTo>
                  <a:cubicBezTo>
                    <a:pt x="979" y="79"/>
                    <a:pt x="980" y="76"/>
                    <a:pt x="980" y="74"/>
                  </a:cubicBezTo>
                  <a:cubicBezTo>
                    <a:pt x="980" y="43"/>
                    <a:pt x="980" y="43"/>
                    <a:pt x="980" y="43"/>
                  </a:cubicBezTo>
                  <a:cubicBezTo>
                    <a:pt x="996" y="43"/>
                    <a:pt x="996" y="43"/>
                    <a:pt x="996" y="43"/>
                  </a:cubicBezTo>
                  <a:cubicBezTo>
                    <a:pt x="996" y="70"/>
                    <a:pt x="996" y="70"/>
                    <a:pt x="996" y="70"/>
                  </a:cubicBezTo>
                  <a:cubicBezTo>
                    <a:pt x="996" y="75"/>
                    <a:pt x="996" y="83"/>
                    <a:pt x="990" y="89"/>
                  </a:cubicBezTo>
                  <a:cubicBezTo>
                    <a:pt x="989" y="89"/>
                    <a:pt x="989" y="90"/>
                    <a:pt x="988" y="90"/>
                  </a:cubicBezTo>
                  <a:cubicBezTo>
                    <a:pt x="1012" y="90"/>
                    <a:pt x="1012" y="90"/>
                    <a:pt x="1012" y="90"/>
                  </a:cubicBezTo>
                  <a:cubicBezTo>
                    <a:pt x="1005" y="85"/>
                    <a:pt x="1002" y="76"/>
                    <a:pt x="1002" y="68"/>
                  </a:cubicBezTo>
                  <a:cubicBezTo>
                    <a:pt x="1002" y="55"/>
                    <a:pt x="1011" y="41"/>
                    <a:pt x="1028" y="41"/>
                  </a:cubicBezTo>
                  <a:cubicBezTo>
                    <a:pt x="1035" y="41"/>
                    <a:pt x="1043" y="44"/>
                    <a:pt x="1048" y="49"/>
                  </a:cubicBezTo>
                  <a:cubicBezTo>
                    <a:pt x="1050" y="51"/>
                    <a:pt x="1051" y="53"/>
                    <a:pt x="1052" y="55"/>
                  </a:cubicBezTo>
                  <a:cubicBezTo>
                    <a:pt x="1039" y="62"/>
                    <a:pt x="1039" y="62"/>
                    <a:pt x="1039" y="62"/>
                  </a:cubicBezTo>
                  <a:cubicBezTo>
                    <a:pt x="1038" y="59"/>
                    <a:pt x="1035" y="53"/>
                    <a:pt x="1028" y="53"/>
                  </a:cubicBezTo>
                  <a:cubicBezTo>
                    <a:pt x="1025" y="53"/>
                    <a:pt x="1023" y="55"/>
                    <a:pt x="1022" y="56"/>
                  </a:cubicBezTo>
                  <a:cubicBezTo>
                    <a:pt x="1018" y="60"/>
                    <a:pt x="1018" y="65"/>
                    <a:pt x="1018" y="67"/>
                  </a:cubicBezTo>
                  <a:cubicBezTo>
                    <a:pt x="1018" y="75"/>
                    <a:pt x="1021" y="82"/>
                    <a:pt x="1028" y="82"/>
                  </a:cubicBezTo>
                  <a:cubicBezTo>
                    <a:pt x="1036" y="82"/>
                    <a:pt x="1038" y="75"/>
                    <a:pt x="1039" y="74"/>
                  </a:cubicBezTo>
                  <a:cubicBezTo>
                    <a:pt x="1052" y="80"/>
                    <a:pt x="1052" y="80"/>
                    <a:pt x="1052" y="80"/>
                  </a:cubicBezTo>
                  <a:cubicBezTo>
                    <a:pt x="1051" y="83"/>
                    <a:pt x="1050" y="85"/>
                    <a:pt x="1047" y="87"/>
                  </a:cubicBezTo>
                  <a:cubicBezTo>
                    <a:pt x="1046" y="88"/>
                    <a:pt x="1045" y="89"/>
                    <a:pt x="1044" y="90"/>
                  </a:cubicBezTo>
                  <a:cubicBezTo>
                    <a:pt x="1059" y="90"/>
                    <a:pt x="1059" y="90"/>
                    <a:pt x="1059" y="90"/>
                  </a:cubicBezTo>
                  <a:cubicBezTo>
                    <a:pt x="1059" y="43"/>
                    <a:pt x="1059" y="43"/>
                    <a:pt x="1059" y="43"/>
                  </a:cubicBezTo>
                  <a:cubicBezTo>
                    <a:pt x="1075" y="43"/>
                    <a:pt x="1075" y="43"/>
                    <a:pt x="1075" y="43"/>
                  </a:cubicBezTo>
                  <a:cubicBezTo>
                    <a:pt x="1075" y="80"/>
                    <a:pt x="1075" y="80"/>
                    <a:pt x="1075" y="80"/>
                  </a:cubicBezTo>
                  <a:cubicBezTo>
                    <a:pt x="1096" y="80"/>
                    <a:pt x="1096" y="80"/>
                    <a:pt x="1096" y="80"/>
                  </a:cubicBezTo>
                  <a:cubicBezTo>
                    <a:pt x="1096" y="90"/>
                    <a:pt x="1096" y="90"/>
                    <a:pt x="1096" y="90"/>
                  </a:cubicBezTo>
                  <a:cubicBezTo>
                    <a:pt x="1123" y="90"/>
                    <a:pt x="1123" y="90"/>
                    <a:pt x="1123" y="90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40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434D1C0-E761-1A47-8DBA-F01E27D73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24000" y="360000"/>
              <a:ext cx="147064" cy="172800"/>
            </a:xfrm>
            <a:prstGeom prst="rect">
              <a:avLst/>
            </a:prstGeom>
            <a:noFill/>
          </p:spPr>
        </p:pic>
      </p:grp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F6B7FAD-114F-BE45-98FE-B3374CB38F71}"/>
              </a:ext>
            </a:extLst>
          </p:cNvPr>
          <p:cNvSpPr txBox="1">
            <a:spLocks/>
          </p:cNvSpPr>
          <p:nvPr userDrawn="1"/>
        </p:nvSpPr>
        <p:spPr>
          <a:xfrm>
            <a:off x="288000" y="288000"/>
            <a:ext cx="7318611" cy="390725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/>
              <a:buNone/>
              <a:defRPr sz="1467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8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4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Department of Geography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577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291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67A4CB3-F0C9-5F4A-8B2A-F66E99725E17}"/>
              </a:ext>
            </a:extLst>
          </p:cNvPr>
          <p:cNvSpPr/>
          <p:nvPr/>
        </p:nvSpPr>
        <p:spPr>
          <a:xfrm>
            <a:off x="290969" y="1155542"/>
            <a:ext cx="8718795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GEOG0186: </a:t>
            </a:r>
            <a:r>
              <a:rPr lang="en-GB" sz="2400" b="1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Foundations of Geography I</a:t>
            </a:r>
            <a:br>
              <a:rPr lang="en-GB" sz="2000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</a:br>
            <a:endParaRPr lang="en-GB" sz="3200" b="1" cap="all" dirty="0"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r>
              <a:rPr lang="en-GB" sz="32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Quantitative Skills</a:t>
            </a:r>
          </a:p>
          <a:p>
            <a:endParaRPr lang="en-GB" sz="3200" b="1" cap="all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r>
              <a:rPr lang="en-GB" altLang="en-US" sz="28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Computer Practicals</a:t>
            </a:r>
          </a:p>
          <a:p>
            <a:endParaRPr lang="en-GB" altLang="en-US" sz="2800" b="1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r>
              <a:rPr lang="en-GB" altLang="en-US" sz="28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Registration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DC729C-1B10-9942-8A36-0EC6012A06D7}"/>
              </a:ext>
            </a:extLst>
          </p:cNvPr>
          <p:cNvSpPr txBox="1">
            <a:spLocks/>
          </p:cNvSpPr>
          <p:nvPr/>
        </p:nvSpPr>
        <p:spPr>
          <a:xfrm>
            <a:off x="11652000" y="6439971"/>
            <a:ext cx="540000" cy="1440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21D7B2-F6DF-4749-BE48-6DFE0A2356E7}" type="slidenum">
              <a:rPr lang="en-US" altLang="x-none" smtClean="0"/>
              <a:pPr/>
              <a:t>1</a:t>
            </a:fld>
            <a:endParaRPr lang="en-US" altLang="x-non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F389B-F6B0-A94C-97E9-5A3AD8DBB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79F50F-1FA4-97EC-169F-1F8CC0E46FAC}"/>
              </a:ext>
            </a:extLst>
          </p:cNvPr>
          <p:cNvSpPr txBox="1"/>
          <p:nvPr/>
        </p:nvSpPr>
        <p:spPr>
          <a:xfrm>
            <a:off x="8277727" y="2111393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GROUP 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09937E-AF0C-6484-9D7D-00F842977F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7753" y="2666198"/>
            <a:ext cx="6580296" cy="368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104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B28DC43-7938-30AB-A759-31C7C3A0E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CD24822-0791-9EE2-989E-8C23D02CAE3A}"/>
              </a:ext>
            </a:extLst>
          </p:cNvPr>
          <p:cNvSpPr/>
          <p:nvPr/>
        </p:nvSpPr>
        <p:spPr>
          <a:xfrm>
            <a:off x="262094" y="1273584"/>
            <a:ext cx="8718795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GEOG0186: </a:t>
            </a:r>
            <a:r>
              <a:rPr lang="en-GB" sz="2400" b="1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Foundations of Geography I</a:t>
            </a:r>
            <a:br>
              <a:rPr lang="en-GB" sz="2000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</a:br>
            <a:endParaRPr lang="en-GB" sz="3200" b="1" cap="all" dirty="0"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r>
              <a:rPr lang="en-GB" sz="32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Quantitative Skills</a:t>
            </a:r>
          </a:p>
          <a:p>
            <a:endParaRPr lang="en-GB" sz="3200" b="1" cap="all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r>
              <a:rPr lang="en-GB" altLang="en-US" sz="28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Computer Practicals</a:t>
            </a:r>
          </a:p>
          <a:p>
            <a:endParaRPr lang="en-GB" altLang="en-US" sz="2800" b="1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r>
              <a:rPr lang="en-GB" altLang="en-US" sz="28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Registration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189D5-901F-363A-C9A0-4E07400A0B6A}"/>
              </a:ext>
            </a:extLst>
          </p:cNvPr>
          <p:cNvSpPr txBox="1">
            <a:spLocks/>
          </p:cNvSpPr>
          <p:nvPr/>
        </p:nvSpPr>
        <p:spPr>
          <a:xfrm>
            <a:off x="11652000" y="6439971"/>
            <a:ext cx="540000" cy="1440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21D7B2-F6DF-4749-BE48-6DFE0A2356E7}" type="slidenum">
              <a:rPr lang="en-US" altLang="x-none" smtClean="0"/>
              <a:pPr/>
              <a:t>2</a:t>
            </a:fld>
            <a:endParaRPr lang="en-US" altLang="x-non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1D1637-0123-502E-2681-F5424EE7C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D018F9-3D94-301D-E9FC-3A0214301106}"/>
              </a:ext>
            </a:extLst>
          </p:cNvPr>
          <p:cNvSpPr txBox="1"/>
          <p:nvPr/>
        </p:nvSpPr>
        <p:spPr>
          <a:xfrm>
            <a:off x="8353954" y="2065789"/>
            <a:ext cx="125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GROUP 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909F08-0F78-2886-969D-DDF7B661E0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101613" y="2716759"/>
            <a:ext cx="6504680" cy="330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776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6C56C3D-52DA-A3CF-3D5A-AD6672452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301E15-08CA-878C-B3AB-0810592DAE26}"/>
              </a:ext>
            </a:extLst>
          </p:cNvPr>
          <p:cNvSpPr/>
          <p:nvPr/>
        </p:nvSpPr>
        <p:spPr>
          <a:xfrm>
            <a:off x="262094" y="1273584"/>
            <a:ext cx="8718795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GEOG0186: </a:t>
            </a:r>
            <a:r>
              <a:rPr lang="en-GB" sz="2400" b="1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Foundations of Geography I</a:t>
            </a:r>
            <a:br>
              <a:rPr lang="en-GB" sz="2000" cap="all" dirty="0"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</a:br>
            <a:endParaRPr lang="en-GB" sz="3200" b="1" cap="all" dirty="0"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r>
              <a:rPr lang="en-GB" sz="32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alibri Light" charset="0"/>
              </a:rPr>
              <a:t>Quantitative Skills</a:t>
            </a:r>
          </a:p>
          <a:p>
            <a:endParaRPr lang="en-GB" sz="3200" b="1" cap="all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alibri Light" charset="0"/>
            </a:endParaRPr>
          </a:p>
          <a:p>
            <a:r>
              <a:rPr lang="en-GB" altLang="en-US" sz="28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Computer Practicals</a:t>
            </a:r>
          </a:p>
          <a:p>
            <a:endParaRPr lang="en-GB" altLang="en-US" sz="2800" b="1" dirty="0">
              <a:solidFill>
                <a:prstClr val="black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Helvetica Neue" panose="02000503000000020004" pitchFamily="2" charset="0"/>
            </a:endParaRPr>
          </a:p>
          <a:p>
            <a:r>
              <a:rPr lang="en-GB" altLang="en-US" sz="2800" b="1" dirty="0">
                <a:solidFill>
                  <a:prstClr val="black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Registration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0759D-1DF3-3423-4CED-C62B4466E135}"/>
              </a:ext>
            </a:extLst>
          </p:cNvPr>
          <p:cNvSpPr txBox="1">
            <a:spLocks/>
          </p:cNvSpPr>
          <p:nvPr/>
        </p:nvSpPr>
        <p:spPr>
          <a:xfrm>
            <a:off x="11652000" y="6439971"/>
            <a:ext cx="540000" cy="1440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21D7B2-F6DF-4749-BE48-6DFE0A2356E7}" type="slidenum">
              <a:rPr lang="en-US" altLang="x-none" smtClean="0"/>
              <a:pPr/>
              <a:t>3</a:t>
            </a:fld>
            <a:endParaRPr lang="en-US" altLang="x-non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FA98F8-81F2-8984-F00C-F4E68FB93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9700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C0D2B1-C206-C7DF-C15A-3F26E3D4512E}"/>
              </a:ext>
            </a:extLst>
          </p:cNvPr>
          <p:cNvSpPr txBox="1"/>
          <p:nvPr/>
        </p:nvSpPr>
        <p:spPr>
          <a:xfrm>
            <a:off x="8423216" y="2108842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GROUP C/D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54128F-5B85-9FDC-C052-3683FF72C6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04826" y="2889411"/>
            <a:ext cx="6236781" cy="3133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075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27550</TotalTime>
  <Words>50</Words>
  <Application>Microsoft Macintosh PowerPoint</Application>
  <PresentationFormat>Widescreen</PresentationFormat>
  <Paragraphs>27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Helvetica Neue</vt:lpstr>
      <vt:lpstr>Helvetica Neue Light</vt:lpstr>
      <vt:lpstr>Office Theme</vt:lpstr>
      <vt:lpstr>Custom Design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Stephen Law</dc:creator>
  <cp:lastModifiedBy>Musah, Anwar</cp:lastModifiedBy>
  <cp:revision>301</cp:revision>
  <dcterms:created xsi:type="dcterms:W3CDTF">2020-11-19T14:47:11Z</dcterms:created>
  <dcterms:modified xsi:type="dcterms:W3CDTF">2025-11-19T06:58:02Z</dcterms:modified>
</cp:coreProperties>
</file>